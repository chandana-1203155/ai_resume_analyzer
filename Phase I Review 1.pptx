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74" r:id="rId5"/>
    <p:sldId id="282" r:id="rId6"/>
    <p:sldId id="276" r:id="rId7"/>
    <p:sldId id="278" r:id="rId8"/>
    <p:sldId id="273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40" d="100"/>
          <a:sy n="40" d="100"/>
        </p:scale>
        <p:origin x="78" y="7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0F362-A761-429F-A518-95033F19C564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7B28E-05AE-4493-BB71-E6F58AA1D04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7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FEF03C-0C82-4563-8372-3341D12C4C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1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7AE4-E0EB-4328-AF43-69D401D3C888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8727-16FA-41E7-8EA1-39AA40D363EC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D81B-B90B-4FA8-91A9-DF30CB6010B0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2C880-E5E2-4E57-B48F-76CD5D972AA2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228E-4DD3-4D08-892E-FF0C1CA15D86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7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D015D-2719-4763-8E10-47285FB65E83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6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AD9A-0F0C-4633-90D4-342EE9E8360D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9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A202-E659-4DDF-A807-0AC805D63DCA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7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610AA-FA7E-49F8-B00C-57292CD2DBBA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8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55A2-E625-46B3-8FE2-80F3445F0A51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7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3CDA5-D545-4675-A882-5DC73767E80D}" type="datetime1">
              <a:rPr lang="en-IN" smtClean="0"/>
              <a:pPr/>
              <a:t>08-04-2026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84" Type="http://schemas.openxmlformats.org/officeDocument/2006/relationships/image" Target="../media/image82.png"/><Relationship Id="rId89" Type="http://schemas.openxmlformats.org/officeDocument/2006/relationships/image" Target="../media/image87.png"/><Relationship Id="rId16" Type="http://schemas.openxmlformats.org/officeDocument/2006/relationships/image" Target="../media/image14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5" Type="http://schemas.openxmlformats.org/officeDocument/2006/relationships/image" Target="../media/image3.png"/><Relationship Id="rId90" Type="http://schemas.openxmlformats.org/officeDocument/2006/relationships/image" Target="../media/image88.png"/><Relationship Id="rId95" Type="http://schemas.openxmlformats.org/officeDocument/2006/relationships/image" Target="../media/image93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0" Type="http://schemas.openxmlformats.org/officeDocument/2006/relationships/image" Target="../media/image78.png"/><Relationship Id="rId85" Type="http://schemas.openxmlformats.org/officeDocument/2006/relationships/image" Target="../media/image83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91" Type="http://schemas.openxmlformats.org/officeDocument/2006/relationships/image" Target="../media/image89.png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94" Type="http://schemas.openxmlformats.org/officeDocument/2006/relationships/image" Target="../media/image9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4" Type="http://schemas.openxmlformats.org/officeDocument/2006/relationships/image" Target="../media/image22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object 2"/>
          <p:cNvSpPr txBox="1"/>
          <p:nvPr/>
        </p:nvSpPr>
        <p:spPr>
          <a:xfrm>
            <a:off x="1524000" y="3226526"/>
            <a:ext cx="8929718" cy="4486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800" b="1" dirty="0">
                <a:solidFill>
                  <a:schemeClr val="dk1"/>
                </a:solidFill>
              </a:rPr>
              <a:t>         “</a:t>
            </a:r>
            <a:r>
              <a:rPr lang="en-US" sz="2800" b="1" dirty="0"/>
              <a:t>Secure Role Based Print Monitoring System</a:t>
            </a:r>
            <a:r>
              <a:rPr lang="en-US" sz="2800" b="1" dirty="0">
                <a:solidFill>
                  <a:schemeClr val="dk1"/>
                </a:solidFill>
              </a:rPr>
              <a:t>”</a:t>
            </a:r>
            <a:endParaRPr sz="2800" b="1" dirty="0">
              <a:solidFill>
                <a:srgbClr val="002060"/>
              </a:solidFill>
              <a:latin typeface="Bookman Old Style" pitchFamily="18" charset="0"/>
              <a:cs typeface="Times New Roman"/>
            </a:endParaRPr>
          </a:p>
        </p:txBody>
      </p:sp>
      <p:sp>
        <p:nvSpPr>
          <p:cNvPr id="1048661" name="object 7"/>
          <p:cNvSpPr txBox="1"/>
          <p:nvPr/>
        </p:nvSpPr>
        <p:spPr>
          <a:xfrm>
            <a:off x="1737359" y="1998617"/>
            <a:ext cx="883049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0">
              <a:lnSpc>
                <a:spcPts val="1415"/>
              </a:lnSpc>
            </a:pPr>
            <a:endParaRPr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ts val="2250"/>
              </a:lnSpc>
            </a:pPr>
            <a:r>
              <a:rPr lang="en-IN" sz="2800" b="1" dirty="0"/>
              <a:t>DEPARTMENT OF COMPUTER</a:t>
            </a:r>
            <a:r>
              <a:rPr lang="en-US" sz="2800" b="1" dirty="0"/>
              <a:t> </a:t>
            </a:r>
            <a:r>
              <a:rPr lang="en-IN" sz="2800" b="1" dirty="0"/>
              <a:t>SC</a:t>
            </a:r>
            <a:r>
              <a:rPr lang="en-US" sz="2800" b="1" dirty="0"/>
              <a:t>IE</a:t>
            </a:r>
            <a:r>
              <a:rPr lang="en-IN" sz="2800" b="1" dirty="0"/>
              <a:t>NCE AND ENGINEERING</a:t>
            </a:r>
          </a:p>
          <a:p>
            <a:r>
              <a:rPr lang="en-IN" sz="1400" b="1" dirty="0"/>
              <a:t>                              </a:t>
            </a:r>
            <a:endParaRPr lang="en-US" sz="1400" dirty="0"/>
          </a:p>
        </p:txBody>
      </p:sp>
      <p:sp>
        <p:nvSpPr>
          <p:cNvPr id="1048662" name="object 8"/>
          <p:cNvSpPr txBox="1"/>
          <p:nvPr/>
        </p:nvSpPr>
        <p:spPr>
          <a:xfrm>
            <a:off x="7096133" y="4071942"/>
            <a:ext cx="3143271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Under the </a:t>
            </a:r>
            <a:r>
              <a:rPr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Guidance</a:t>
            </a:r>
            <a:r>
              <a:rPr lang="en-US"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</a:t>
            </a:r>
            <a:br>
              <a:rPr lang="en-US" spc="-5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Dr.Rajath</a:t>
            </a: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A N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Associate Professor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Dept. of  CSE </a:t>
            </a:r>
          </a:p>
          <a:p>
            <a:pPr marL="12700" algn="ctr">
              <a:spcBef>
                <a:spcPts val="100"/>
              </a:spcBef>
            </a:pPr>
            <a:endParaRPr lang="en-IN" b="1" spc="-85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3" name="object 9"/>
          <p:cNvSpPr txBox="1"/>
          <p:nvPr/>
        </p:nvSpPr>
        <p:spPr>
          <a:xfrm>
            <a:off x="1666844" y="4000505"/>
            <a:ext cx="4230370" cy="2000548"/>
          </a:xfrm>
          <a:prstGeom prst="rect">
            <a:avLst/>
          </a:prstGeom>
        </p:spPr>
        <p:txBody>
          <a:bodyPr vert="horz" wrap="square" lIns="0" tIns="12700" rIns="0" bIns="0" numCol="1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b="1" spc="-1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 Batch 6                                                         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Chandana B C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4GW23CS020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spcBef>
                <a:spcPts val="100"/>
              </a:spcBef>
            </a:pPr>
            <a:r>
              <a:rPr lang="en-US" sz="2000" spc="-15" dirty="0" err="1">
                <a:latin typeface="Times New Roman" pitchFamily="18" charset="0"/>
                <a:cs typeface="Times New Roman" pitchFamily="18" charset="0"/>
              </a:rPr>
              <a:t>Manya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 V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[4GW23CS058]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 err="1">
                <a:latin typeface="Times New Roman" pitchFamily="18" charset="0"/>
                <a:cs typeface="Times New Roman" pitchFamily="18" charset="0"/>
              </a:rPr>
              <a:t>Megha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 B M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[4GW23CS060]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Samiksha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[4GW23CS094]</a:t>
            </a:r>
          </a:p>
          <a:p>
            <a:pPr marL="12700" algn="ctr">
              <a:spcBef>
                <a:spcPts val="100"/>
              </a:spcBef>
            </a:pPr>
            <a:endParaRPr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4" name="object 2"/>
          <p:cNvSpPr txBox="1"/>
          <p:nvPr/>
        </p:nvSpPr>
        <p:spPr>
          <a:xfrm>
            <a:off x="2452663" y="2690949"/>
            <a:ext cx="7536815" cy="4298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700" b="1" spc="5" dirty="0">
                <a:solidFill>
                  <a:srgbClr val="800000"/>
                </a:solidFill>
                <a:latin typeface="Times New Roman"/>
                <a:cs typeface="Times New Roman"/>
              </a:rPr>
              <a:t>Project Work Phase I – Review 1 </a:t>
            </a:r>
            <a:endParaRPr sz="2700" dirty="0">
              <a:solidFill>
                <a:srgbClr val="80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7630-A9C4-4310-AF19-03254F1A9097}" type="datetime1">
              <a:rPr lang="en-IN" smtClean="0"/>
              <a:pPr/>
              <a:t>08-04-2026</a:t>
            </a:fld>
            <a:endParaRPr lang="en-IN" dirty="0"/>
          </a:p>
        </p:txBody>
      </p:sp>
      <p:grpSp>
        <p:nvGrpSpPr>
          <p:cNvPr id="16" name="docshapegroup1"/>
          <p:cNvGrpSpPr>
            <a:grpSpLocks/>
          </p:cNvGrpSpPr>
          <p:nvPr/>
        </p:nvGrpSpPr>
        <p:grpSpPr bwMode="auto">
          <a:xfrm>
            <a:off x="443346" y="160626"/>
            <a:ext cx="11499272" cy="1568450"/>
            <a:chOff x="50" y="-38"/>
            <a:chExt cx="11907" cy="3154"/>
          </a:xfrm>
        </p:grpSpPr>
        <p:pic>
          <p:nvPicPr>
            <p:cNvPr id="19" name="docshape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" y="-38"/>
              <a:ext cx="11907" cy="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docshape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2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docshape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docshape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" y="2271"/>
              <a:ext cx="133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docshape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0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docshape7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7" y="2271"/>
              <a:ext cx="159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docshape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9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docshape9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274"/>
              <a:ext cx="217" cy="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docshape10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" y="2274"/>
              <a:ext cx="174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docshape11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7" y="2274"/>
              <a:ext cx="11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docshape1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" y="2274"/>
              <a:ext cx="288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docshape13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0" y="2271"/>
              <a:ext cx="149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docshape14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docshape15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8" y="2274"/>
              <a:ext cx="111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docshape16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7" y="2274"/>
              <a:ext cx="21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docshape17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8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docshape18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9" y="2274"/>
              <a:ext cx="173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docshape19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" y="2274"/>
              <a:ext cx="15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docshape20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2" y="2271"/>
              <a:ext cx="133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docshape21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3" y="2274"/>
              <a:ext cx="141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docshape22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9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docshape23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2" y="2274"/>
              <a:ext cx="141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docshape24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" y="2351"/>
              <a:ext cx="74" cy="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docshape25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3" y="2274"/>
              <a:ext cx="122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docshape26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" y="2274"/>
              <a:ext cx="12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docshape27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7" y="2271"/>
              <a:ext cx="128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docshape28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" y="2271"/>
              <a:ext cx="128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docshape29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0" y="2274"/>
              <a:ext cx="110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docshape30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5" y="2271"/>
              <a:ext cx="125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docshape31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5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docshape32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0" y="2274"/>
              <a:ext cx="2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docshape33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1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docshape34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4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docshape35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9" y="2274"/>
              <a:ext cx="4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docshape36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2" y="2274"/>
              <a:ext cx="2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docshape37"/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6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docshape38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1" y="2274"/>
              <a:ext cx="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docshape39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6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docshape40"/>
            <p:cNvPicPr>
              <a:picLocks noChangeAspect="1" noChangeArrowheads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9" y="2274"/>
              <a:ext cx="258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docshape41"/>
            <p:cNvPicPr>
              <a:picLocks noChangeAspect="1" noChangeArrowheads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1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docshape42"/>
            <p:cNvPicPr>
              <a:picLocks noChangeAspect="1" noChangeArrowheads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6" y="451"/>
              <a:ext cx="32" cy="1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docshape43"/>
            <p:cNvPicPr>
              <a:picLocks noChangeAspect="1" noChangeArrowheads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3" y="1987"/>
              <a:ext cx="166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docshape44"/>
            <p:cNvPicPr>
              <a:picLocks noChangeAspect="1" noChangeArrowheads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" y="2018"/>
              <a:ext cx="90" cy="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docshape45"/>
            <p:cNvPicPr>
              <a:picLocks noChangeAspect="1" noChangeArrowheads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9" y="1987"/>
              <a:ext cx="262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docshape46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7" y="1996"/>
              <a:ext cx="153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docshape47"/>
            <p:cNvPicPr>
              <a:picLocks noChangeAspect="1" noChangeArrowheads="1"/>
            </p:cNvPicPr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1" y="1987"/>
              <a:ext cx="101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docshape48"/>
            <p:cNvPicPr>
              <a:picLocks noChangeAspect="1" noChangeArrowheads="1"/>
            </p:cNvPicPr>
            <p:nvPr/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0" y="1996"/>
              <a:ext cx="155" cy="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docshape49"/>
            <p:cNvPicPr>
              <a:picLocks noChangeAspect="1" noChangeArrowheads="1"/>
            </p:cNvPicPr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3" y="2018"/>
              <a:ext cx="84" cy="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docshape50"/>
            <p:cNvPicPr>
              <a:picLocks noChangeAspect="1" noChangeArrowheads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3" y="1987"/>
              <a:ext cx="146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docshape51"/>
            <p:cNvPicPr>
              <a:picLocks noChangeAspect="1" noChangeArrowheads="1"/>
            </p:cNvPicPr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4" y="2018"/>
              <a:ext cx="599" cy="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docshape52"/>
            <p:cNvPicPr>
              <a:picLocks noChangeAspect="1" noChangeArrowheads="1"/>
            </p:cNvPicPr>
            <p:nvPr/>
          </p:nvPicPr>
          <p:blipFill>
            <a:blip r:embed="rId5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" y="1993"/>
              <a:ext cx="415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docshape53"/>
            <p:cNvPicPr>
              <a:picLocks noChangeAspect="1" noChangeArrowheads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0" y="1987"/>
              <a:ext cx="377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docshape54"/>
            <p:cNvPicPr>
              <a:picLocks noChangeAspect="1" noChangeArrowheads="1"/>
            </p:cNvPicPr>
            <p:nvPr/>
          </p:nvPicPr>
          <p:blipFill>
            <a:blip r:embed="rId5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1" y="1987"/>
              <a:ext cx="515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docshape55"/>
            <p:cNvPicPr>
              <a:picLocks noChangeAspect="1" noChangeArrowheads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6" y="1987"/>
              <a:ext cx="641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docshape56"/>
            <p:cNvPicPr>
              <a:picLocks noChangeAspect="1" noChangeArrowheads="1"/>
            </p:cNvPicPr>
            <p:nvPr/>
          </p:nvPicPr>
          <p:blipFill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" y="1993"/>
              <a:ext cx="446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docshape57"/>
            <p:cNvPicPr>
              <a:picLocks noChangeAspect="1" noChangeArrowheads="1"/>
            </p:cNvPicPr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7" y="1987"/>
              <a:ext cx="506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docshape58"/>
            <p:cNvPicPr>
              <a:picLocks noChangeAspect="1" noChangeArrowheads="1"/>
            </p:cNvPicPr>
            <p:nvPr/>
          </p:nvPicPr>
          <p:blipFill>
            <a:blip r:embed="rId5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3" y="1993"/>
              <a:ext cx="109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docshape59"/>
            <p:cNvPicPr>
              <a:picLocks noChangeAspect="1" noChangeArrowheads="1"/>
            </p:cNvPicPr>
            <p:nvPr/>
          </p:nvPicPr>
          <p:blipFill>
            <a:blip r:embed="rId5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6" y="2018"/>
              <a:ext cx="550" cy="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docshape60"/>
            <p:cNvPicPr>
              <a:picLocks noChangeAspect="1" noChangeArrowheads="1"/>
            </p:cNvPicPr>
            <p:nvPr/>
          </p:nvPicPr>
          <p:blipFill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7" y="1987"/>
              <a:ext cx="341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docshape61"/>
            <p:cNvPicPr>
              <a:picLocks noChangeAspect="1" noChangeArrowheads="1"/>
            </p:cNvPicPr>
            <p:nvPr/>
          </p:nvPicPr>
          <p:blipFill>
            <a:blip r:embed="rId6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8" y="1993"/>
              <a:ext cx="197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docshape62"/>
            <p:cNvPicPr>
              <a:picLocks noChangeAspect="1" noChangeArrowheads="1"/>
            </p:cNvPicPr>
            <p:nvPr/>
          </p:nvPicPr>
          <p:blipFill>
            <a:blip r:embed="rId6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5" y="1990"/>
              <a:ext cx="105" cy="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docshape63"/>
            <p:cNvPicPr>
              <a:picLocks noChangeAspect="1" noChangeArrowheads="1"/>
            </p:cNvPicPr>
            <p:nvPr/>
          </p:nvPicPr>
          <p:blipFill>
            <a:blip r:embed="rId6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2" y="1993"/>
              <a:ext cx="189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docshape64"/>
            <p:cNvPicPr>
              <a:picLocks noChangeAspect="1" noChangeArrowheads="1"/>
            </p:cNvPicPr>
            <p:nvPr/>
          </p:nvPicPr>
          <p:blipFill>
            <a:blip r:embed="rId6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7" y="1993"/>
              <a:ext cx="357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docshape65"/>
            <p:cNvPicPr>
              <a:picLocks noChangeAspect="1" noChangeArrowheads="1"/>
            </p:cNvPicPr>
            <p:nvPr/>
          </p:nvPicPr>
          <p:blipFill>
            <a:blip r:embed="rId6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6" y="1993"/>
              <a:ext cx="208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docshape66"/>
            <p:cNvPicPr>
              <a:picLocks noChangeAspect="1" noChangeArrowheads="1"/>
            </p:cNvPicPr>
            <p:nvPr/>
          </p:nvPicPr>
          <p:blipFill>
            <a:blip r:embed="rId6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7" y="1987"/>
              <a:ext cx="197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docshape67"/>
            <p:cNvPicPr>
              <a:picLocks noChangeAspect="1" noChangeArrowheads="1"/>
            </p:cNvPicPr>
            <p:nvPr/>
          </p:nvPicPr>
          <p:blipFill>
            <a:blip r:embed="rId6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8" y="1990"/>
              <a:ext cx="117" cy="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docshape68"/>
            <p:cNvPicPr>
              <a:picLocks noChangeAspect="1" noChangeArrowheads="1"/>
            </p:cNvPicPr>
            <p:nvPr/>
          </p:nvPicPr>
          <p:blipFill>
            <a:blip r:embed="rId6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0" y="1990"/>
              <a:ext cx="207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docshape69"/>
            <p:cNvPicPr>
              <a:picLocks noChangeAspect="1" noChangeArrowheads="1"/>
            </p:cNvPicPr>
            <p:nvPr/>
          </p:nvPicPr>
          <p:blipFill>
            <a:blip r:embed="rId6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5" y="1996"/>
              <a:ext cx="185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docshape70"/>
            <p:cNvPicPr>
              <a:picLocks noChangeAspect="1" noChangeArrowheads="1"/>
            </p:cNvPicPr>
            <p:nvPr/>
          </p:nvPicPr>
          <p:blipFill>
            <a:blip r:embed="rId7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0" y="1987"/>
              <a:ext cx="174" cy="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docshape71"/>
            <p:cNvPicPr>
              <a:picLocks noChangeAspect="1" noChangeArrowheads="1"/>
            </p:cNvPicPr>
            <p:nvPr/>
          </p:nvPicPr>
          <p:blipFill>
            <a:blip r:embed="rId7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6" y="1993"/>
              <a:ext cx="457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docshape72"/>
            <p:cNvPicPr>
              <a:picLocks noChangeAspect="1" noChangeArrowheads="1"/>
            </p:cNvPicPr>
            <p:nvPr/>
          </p:nvPicPr>
          <p:blipFill>
            <a:blip r:embed="rId7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3" y="1996"/>
              <a:ext cx="148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docshape73"/>
            <p:cNvPicPr>
              <a:picLocks noChangeAspect="1" noChangeArrowheads="1"/>
            </p:cNvPicPr>
            <p:nvPr/>
          </p:nvPicPr>
          <p:blipFill>
            <a:blip r:embed="rId7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9" y="1987"/>
              <a:ext cx="297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docshape74"/>
            <p:cNvPicPr>
              <a:picLocks noChangeAspect="1" noChangeArrowheads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" y="2716"/>
              <a:ext cx="485" cy="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docshape75"/>
            <p:cNvPicPr>
              <a:picLocks noChangeAspect="1" noChangeArrowheads="1"/>
            </p:cNvPicPr>
            <p:nvPr/>
          </p:nvPicPr>
          <p:blipFill>
            <a:blip r:embed="rId7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9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docshape76"/>
            <p:cNvPicPr>
              <a:picLocks noChangeAspect="1" noChangeArrowheads="1"/>
            </p:cNvPicPr>
            <p:nvPr/>
          </p:nvPicPr>
          <p:blipFill>
            <a:blip r:embed="rId7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9" y="2719"/>
              <a:ext cx="327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docshape77"/>
            <p:cNvPicPr>
              <a:picLocks noChangeAspect="1" noChangeArrowheads="1"/>
            </p:cNvPicPr>
            <p:nvPr/>
          </p:nvPicPr>
          <p:blipFill>
            <a:blip r:embed="rId7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" y="2795"/>
              <a:ext cx="44" cy="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docshape78"/>
            <p:cNvPicPr>
              <a:picLocks noChangeAspect="1" noChangeArrowheads="1"/>
            </p:cNvPicPr>
            <p:nvPr/>
          </p:nvPicPr>
          <p:blipFill>
            <a:blip r:embed="rId7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4" y="2716"/>
              <a:ext cx="1360" cy="1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docshape79"/>
            <p:cNvPicPr>
              <a:picLocks noChangeAspect="1" noChangeArrowheads="1"/>
            </p:cNvPicPr>
            <p:nvPr/>
          </p:nvPicPr>
          <p:blipFill>
            <a:blip r:embed="rId7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4" y="2719"/>
              <a:ext cx="594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docshape80"/>
            <p:cNvPicPr>
              <a:picLocks noChangeAspect="1" noChangeArrowheads="1"/>
            </p:cNvPicPr>
            <p:nvPr/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" y="2722"/>
              <a:ext cx="273" cy="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docshape81"/>
            <p:cNvPicPr>
              <a:picLocks noChangeAspect="1" noChangeArrowheads="1"/>
            </p:cNvPicPr>
            <p:nvPr/>
          </p:nvPicPr>
          <p:blipFill>
            <a:blip r:embed="rId8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6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docshape82"/>
            <p:cNvPicPr>
              <a:picLocks noChangeAspect="1" noChangeArrowheads="1"/>
            </p:cNvPicPr>
            <p:nvPr/>
          </p:nvPicPr>
          <p:blipFill>
            <a:blip r:embed="rId8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6" y="2719"/>
              <a:ext cx="327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docshape83"/>
            <p:cNvPicPr>
              <a:picLocks noChangeAspect="1" noChangeArrowheads="1"/>
            </p:cNvPicPr>
            <p:nvPr/>
          </p:nvPicPr>
          <p:blipFill>
            <a:blip r:embed="rId7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2" y="2795"/>
              <a:ext cx="44" cy="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1" name="docshape84"/>
            <p:cNvPicPr>
              <a:picLocks noChangeAspect="1" noChangeArrowheads="1"/>
            </p:cNvPicPr>
            <p:nvPr/>
          </p:nvPicPr>
          <p:blipFill>
            <a:blip r:embed="rId8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1" y="2719"/>
              <a:ext cx="591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docshape85"/>
            <p:cNvPicPr>
              <a:picLocks noChangeAspect="1" noChangeArrowheads="1"/>
            </p:cNvPicPr>
            <p:nvPr/>
          </p:nvPicPr>
          <p:blipFill>
            <a:blip r:embed="rId8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0" y="2722"/>
              <a:ext cx="80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docshape86"/>
            <p:cNvPicPr>
              <a:picLocks noChangeAspect="1" noChangeArrowheads="1"/>
            </p:cNvPicPr>
            <p:nvPr/>
          </p:nvPicPr>
          <p:blipFill>
            <a:blip r:embed="rId8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6" y="2716"/>
              <a:ext cx="323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docshape87"/>
            <p:cNvPicPr>
              <a:picLocks noChangeAspect="1" noChangeArrowheads="1"/>
            </p:cNvPicPr>
            <p:nvPr/>
          </p:nvPicPr>
          <p:blipFill>
            <a:blip r:embed="rId8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0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docshape88"/>
            <p:cNvPicPr>
              <a:picLocks noChangeAspect="1" noChangeArrowheads="1"/>
            </p:cNvPicPr>
            <p:nvPr/>
          </p:nvPicPr>
          <p:blipFill>
            <a:blip r:embed="rId8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7" y="2755"/>
              <a:ext cx="634" cy="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docshape89"/>
            <p:cNvPicPr>
              <a:picLocks noChangeAspect="1" noChangeArrowheads="1"/>
            </p:cNvPicPr>
            <p:nvPr/>
          </p:nvPicPr>
          <p:blipFill>
            <a:blip r:embed="rId8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1" y="2719"/>
              <a:ext cx="212" cy="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docshape90"/>
            <p:cNvPicPr>
              <a:picLocks noChangeAspect="1" noChangeArrowheads="1"/>
            </p:cNvPicPr>
            <p:nvPr/>
          </p:nvPicPr>
          <p:blipFill>
            <a:blip r:embed="rId8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3" y="2716"/>
              <a:ext cx="483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docshape91"/>
            <p:cNvPicPr>
              <a:picLocks noChangeAspect="1" noChangeArrowheads="1"/>
            </p:cNvPicPr>
            <p:nvPr/>
          </p:nvPicPr>
          <p:blipFill>
            <a:blip r:embed="rId9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0" y="2755"/>
              <a:ext cx="162" cy="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docshape92"/>
            <p:cNvPicPr>
              <a:picLocks noChangeAspect="1" noChangeArrowheads="1"/>
            </p:cNvPicPr>
            <p:nvPr/>
          </p:nvPicPr>
          <p:blipFill>
            <a:blip r:embed="rId9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1" y="2716"/>
              <a:ext cx="568" cy="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docshape93"/>
            <p:cNvPicPr>
              <a:picLocks noChangeAspect="1" noChangeArrowheads="1"/>
            </p:cNvPicPr>
            <p:nvPr/>
          </p:nvPicPr>
          <p:blipFill>
            <a:blip r:embed="rId9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8" y="2716"/>
              <a:ext cx="906" cy="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docshape94"/>
            <p:cNvPicPr>
              <a:picLocks noChangeAspect="1" noChangeArrowheads="1"/>
            </p:cNvPicPr>
            <p:nvPr/>
          </p:nvPicPr>
          <p:blipFill>
            <a:blip r:embed="rId9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6" y="2716"/>
              <a:ext cx="351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docshape95"/>
            <p:cNvPicPr>
              <a:picLocks noChangeAspect="1" noChangeArrowheads="1"/>
            </p:cNvPicPr>
            <p:nvPr/>
          </p:nvPicPr>
          <p:blipFill>
            <a:blip r:embed="rId9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2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docshape96"/>
            <p:cNvPicPr>
              <a:picLocks noChangeAspect="1" noChangeArrowheads="1"/>
            </p:cNvPicPr>
            <p:nvPr/>
          </p:nvPicPr>
          <p:blipFill>
            <a:blip r:embed="rId9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7" y="2758"/>
              <a:ext cx="114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docshape97"/>
            <p:cNvPicPr>
              <a:picLocks noChangeAspect="1" noChangeArrowheads="1"/>
            </p:cNvPicPr>
            <p:nvPr/>
          </p:nvPicPr>
          <p:blipFill>
            <a:blip r:embed="rId9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5" y="2758"/>
              <a:ext cx="114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docshape98"/>
            <p:cNvPicPr>
              <a:picLocks noChangeAspect="1" noChangeArrowheads="1"/>
            </p:cNvPicPr>
            <p:nvPr/>
          </p:nvPicPr>
          <p:blipFill>
            <a:blip r:embed="rId9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3" y="2716"/>
              <a:ext cx="1245" cy="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1915885" y="1088020"/>
            <a:ext cx="8229600" cy="5208277"/>
          </a:xfrm>
        </p:spPr>
        <p:txBody>
          <a:bodyPr>
            <a:noAutofit/>
          </a:bodyPr>
          <a:lstStyle/>
          <a:p>
            <a:pPr marL="457200" indent="-45720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                                                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Scope of project/ Problem statement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Aim and Objectives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Hardware &amp; Software Requirements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utcome</a:t>
            </a:r>
          </a:p>
          <a:p>
            <a:pPr lvl="1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195-51F7-4259-8141-98FCA6C53D7F}" type="datetime1">
              <a:rPr lang="en-IN" smtClean="0"/>
              <a:pPr/>
              <a:t>08-04-2026</a:t>
            </a:fld>
            <a:endParaRPr lang="en-IN" dirty="0"/>
          </a:p>
        </p:txBody>
      </p:sp>
      <p:pic>
        <p:nvPicPr>
          <p:cNvPr id="2097166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93003" y="175941"/>
            <a:ext cx="714356" cy="714356"/>
          </a:xfrm>
          <a:prstGeom prst="rect">
            <a:avLst/>
          </a:prstGeom>
          <a:noFill/>
        </p:spPr>
      </p:pic>
      <p:sp>
        <p:nvSpPr>
          <p:cNvPr id="1048673" name="Title 3"/>
          <p:cNvSpPr>
            <a:spLocks noGrp="1"/>
          </p:cNvSpPr>
          <p:nvPr>
            <p:ph type="title"/>
          </p:nvPr>
        </p:nvSpPr>
        <p:spPr>
          <a:xfrm>
            <a:off x="1410789" y="142852"/>
            <a:ext cx="977101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79" y="0"/>
            <a:ext cx="1037904" cy="90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3"/>
          <p:cNvSpPr>
            <a:spLocks noGrp="1"/>
          </p:cNvSpPr>
          <p:nvPr>
            <p:ph type="title"/>
          </p:nvPr>
        </p:nvSpPr>
        <p:spPr>
          <a:xfrm>
            <a:off x="1319349" y="142852"/>
            <a:ext cx="967957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048675" name="Content Placeholder 4"/>
          <p:cNvSpPr>
            <a:spLocks noGrp="1"/>
          </p:cNvSpPr>
          <p:nvPr>
            <p:ph idx="1"/>
          </p:nvPr>
        </p:nvSpPr>
        <p:spPr>
          <a:xfrm>
            <a:off x="901337" y="1123406"/>
            <a:ext cx="10175966" cy="5091676"/>
          </a:xfrm>
        </p:spPr>
        <p:txBody>
          <a:bodyPr>
            <a:noAutofit/>
          </a:bodyPr>
          <a:lstStyle/>
          <a:p>
            <a:pPr marL="419100" indent="-342900">
              <a:lnSpc>
                <a:spcPct val="150000"/>
              </a:lnSpc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Printers are commonly used resources in academic departments for printing documents and reports.</a:t>
            </a:r>
          </a:p>
          <a:p>
            <a:pPr marL="419100" indent="-342900">
              <a:lnSpc>
                <a:spcPct val="150000"/>
              </a:lnSpc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access the same printer system regularly for their work.</a:t>
            </a:r>
          </a:p>
          <a:p>
            <a:pPr marL="419100" indent="-342900">
              <a:lnSpc>
                <a:spcPct val="150000"/>
              </a:lnSpc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records of usage, departments follow traditional methods such as maintaining logbooks.</a:t>
            </a:r>
          </a:p>
          <a:p>
            <a:pPr marL="419100" indent="-342900">
              <a:lnSpc>
                <a:spcPct val="150000"/>
              </a:lnSpc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have been used for a long time as a basic way to track printing activity.</a:t>
            </a:r>
          </a:p>
          <a:p>
            <a:pPr marL="76200" indent="0" algn="ctr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2097168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73D3-83D5-4AEB-B135-526753E98862}" type="datetime1">
              <a:rPr lang="en-IN" smtClean="0"/>
              <a:pPr/>
              <a:t>08-04-2026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PROBLEM STATEMENT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680882"/>
            <a:ext cx="10319657" cy="4735157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current system, faculty members directly print documents without proper logging.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logbooks are not consistently maintained and often contain incomplete or incorrect information.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automatic tracking of user identity, number of sheets printed, or time of usage.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inaccurate records, lack of accountability, and difficulty in monitoring printer usage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08-04-2026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AIM &amp; OBJECTIVES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is to develop a secure system to manage and monitor printing activities in academic departments.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ensure that only authorized users can access printing facilities.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records of all print activities automatically.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focuses on providing controlled access and improving the overall management of printing resources.</a:t>
            </a:r>
          </a:p>
          <a:p>
            <a:pPr marL="971550" lvl="1" indent="-51435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08-04-2026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476102" y="156753"/>
            <a:ext cx="9496697" cy="104502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HARDWARE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SOFTWARE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REQUIREMENTS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201781"/>
            <a:ext cx="10319657" cy="52665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computers in each department to run the application.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Printers are required for document printing</a:t>
            </a:r>
          </a:p>
          <a:p>
            <a:pPr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is used for backend processing and logic implementation.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is used for storing user and print data.</a:t>
            </a:r>
          </a:p>
          <a:p>
            <a:pPr marL="971550" lvl="1" indent="-51435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16492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08-04-2026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EXPECTED OUTCOME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more reliable way to track printing activities.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accountability and reduces dependency on manual record keeping.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enables better monitoring and management of printing resources.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enables easy generation of reports and provides better monitoring of printing activities.</a:t>
            </a: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08-04-2026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Queries?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08-04-2026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08-04-2026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403</Words>
  <Application>Microsoft Office PowerPoint</Application>
  <PresentationFormat>Widescreen</PresentationFormat>
  <Paragraphs>68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Tahoma</vt:lpstr>
      <vt:lpstr>Times New Roman</vt:lpstr>
      <vt:lpstr>Office Theme</vt:lpstr>
      <vt:lpstr>PowerPoint Presentation</vt:lpstr>
      <vt:lpstr>CONTENTS</vt:lpstr>
      <vt:lpstr>INTRODUCTION</vt:lpstr>
      <vt:lpstr>PROBLEM STATEMENT</vt:lpstr>
      <vt:lpstr>AIM &amp; OBJECTIVES</vt:lpstr>
      <vt:lpstr> HARDWARE &amp; SOFTWARE REQUIREMENTS </vt:lpstr>
      <vt:lpstr>        EXPECTED OUTCOME</vt:lpstr>
      <vt:lpstr>Queries?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Pallavi B A</dc:creator>
  <cp:lastModifiedBy>CSC</cp:lastModifiedBy>
  <cp:revision>33</cp:revision>
  <dcterms:created xsi:type="dcterms:W3CDTF">2020-02-27T13:01:24Z</dcterms:created>
  <dcterms:modified xsi:type="dcterms:W3CDTF">2026-04-08T15:44:51Z</dcterms:modified>
</cp:coreProperties>
</file>